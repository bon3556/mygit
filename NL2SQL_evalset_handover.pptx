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algun Gothic"/>
              </a:rPr>
              <a:t>NL2SQL 성능 측정용 질문/정답셋 생성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D2E1FF"/>
                </a:solidFill>
                <a:latin typeface="Malgun Gothic"/>
              </a:rPr>
              <a:t>인수인계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EDL 카탈로그 기반 자연어 질문 · semantic_form · gold_sql 자동 생성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1EBFF"/>
                </a:solidFill>
                <a:latin typeface="Malgun Gothic"/>
              </a:rPr>
              <a:t>코드 위치: /data001/bonsang.koo/2026/ai_readable/eap/gen_question_0421.py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E1EBFF"/>
                </a:solidFill>
                <a:latin typeface="Malgun Gothic"/>
              </a:rPr>
              <a:t>최종 산출물: 시스템별 Excel + 전체 통합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1.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10789920" cy="123444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07592"/>
            <a:ext cx="10460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핵심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673352"/>
            <a:ext cx="10460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EDL 카탈로그의 테이블 설명, 컬럼 설명, 값 예시를 활용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NL2SQL 평가용 자연어 질문, semantic_form, 정답 SQL을 자동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LLM 기반 SQL 검증과 repair를 통해 품질을 보정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최종 결과를 시스템별/전체 Excel 파일로 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40"/>
            <a:ext cx="33832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953512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19272"/>
            <a:ext cx="30540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EDL 카탈로그 Excel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테이블명 / 컬럼명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테이블·컬럼 설명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컬럼 값 예시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개인정보 여부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834640"/>
            <a:ext cx="33832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2953512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3319272"/>
            <a:ext cx="30540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테이블 그룹핑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 후보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질문 + semantic_form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Gold SQL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검증 / Repair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834640"/>
            <a:ext cx="329184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2953512"/>
            <a:ext cx="2962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3319272"/>
            <a:ext cx="29626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user_question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user_question_final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semantic_form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gold_sql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시스템별/통합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2. 최종 산출물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505050"/>
                </a:solidFill>
                <a:latin typeface="Malgun Gothic"/>
              </a:rPr>
              <a:t>Excel 파일에 저장되는 핵심 컬럼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927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60"/>
                <a:gridCol w="3642360"/>
                <a:gridCol w="3642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질문이 생성된 시스템명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예: New GDMi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user_question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LLM이 최초 생성한 원본 질문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[TABLES: ...] 접두어 포함 가능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user_question_final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최종 사용자 질문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리라이팅 및 코드값 자연어화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semantic_form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질문 의도를 구조화한 JSON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SELECT/FILTER/JOIN/GROUP BY 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gold_sql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semantic_form 기준 정답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Validator O 통과 SQL만 최종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617720"/>
            <a:ext cx="10424160" cy="100584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736592"/>
            <a:ext cx="100949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파일명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102352"/>
            <a:ext cx="10094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시스템별: question_{now_date}_{system_name}.xlsx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전체 통합: question_total_{now_date}.xlsx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현재 예시 경로: /data001/bonsang.koo/2026/ai_readable/eap/question_260421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3. 전체 처리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1. 카탈로그 Excel 로드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2. 개인정보 컬럼 제외 / 시스템 필터링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3. 테이블별 Prompt Block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1188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4. 목적 기반 테이블 그룹핑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4300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5. Join 후보 세트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96596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6. ai_readable 힌트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78892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7. 질문 + semantic_form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61188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8. 품질 필터링 / 중복 제거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14300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9. gold_sql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6596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10. 질문 리라이팅 / 코드값 자연어화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78892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11. SQL 검증 / Repair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611880"/>
            <a:ext cx="3154680" cy="512064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12. 최종 질문 선별 / Excel 저장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011680" y="167335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2011680" y="249631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2011680" y="331927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715000" y="167335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5715000" y="249631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715000" y="331927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9418319" y="167335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9418319" y="249631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9418319" y="331927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3767328" y="4069080"/>
            <a:ext cx="411480" cy="219456"/>
          </a:xfrm>
          <a:prstGeom prst="right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470648" y="4069080"/>
            <a:ext cx="411480" cy="219456"/>
          </a:xfrm>
          <a:prstGeom prst="right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4. 입력 데이터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505050"/>
                </a:solidFill>
                <a:latin typeface="Malgun Gothic"/>
              </a:rPr>
              <a:t>EDL 카탈로그 Excel 파일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789920" cy="86868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61872"/>
            <a:ext cx="10460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현재 입력 파일 경로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10460736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/data001/bonsang.koo/2026/ai_readable/eap/edl_ai_readable_gemini_20260414_llm_tb_desc_final_l1_l2_tbdesc.xlsx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331720"/>
          <a:ext cx="106070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입력 컬럼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DATASET_NAME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시스템명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TABLE_NAME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원천 테이블명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TAB_COL_NAME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컬럼명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LLM_TB_DESC_L1_L2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테이블 목적 설명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LLM_COL_L1_L2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컬럼 업무 의미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LLM_SMP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컬럼 값 예시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PSNL_COL_NAME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05050"/>
                          </a:solidFill>
                          <a:latin typeface="Malgun Gothic"/>
                        </a:rPr>
                        <a:t>개인정보 컬럼 여부. Y인 경우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5. ic360_table_name 생성 규칙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05050"/>
                </a:solidFill>
                <a:latin typeface="Malgun Gothic"/>
              </a:rPr>
              <a:t>카탈로그의 DATASET_NAME과 TABLE_NAME을 조합하여 생성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05050"/>
                </a:solidFill>
                <a:latin typeface="Malgun Gothic"/>
              </a:rPr>
              <a:t>prefix로 v_를 붙임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05050"/>
                </a:solidFill>
                <a:latin typeface="Malgun Gothic"/>
              </a:rPr>
              <a:t>DATASET_NAME의 언더스코어 제거 후 소문자 변환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05050"/>
                </a:solidFill>
                <a:latin typeface="Malgun Gothic"/>
              </a:rPr>
              <a:t>TABLE_NAME 소문자 변환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05050"/>
                </a:solidFill>
                <a:latin typeface="Malgun Gothic"/>
              </a:rPr>
              <a:t>두 값을 언더스코어로 연결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05050"/>
                </a:solidFill>
                <a:latin typeface="Malgun Gothic"/>
              </a:rPr>
              <a:t>이후 모든 단계의 기준 테이블명으로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4846320" cy="201168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5392" y="1353312"/>
            <a:ext cx="4517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5392" y="1719072"/>
            <a:ext cx="45171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DATASET_NAME: New GDMi(전사수요관리시스템)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TABLE_NAME: SAMPLE_TABLE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결과: v_new gdmi(전사수요관리시스템)_sample_table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703320"/>
            <a:ext cx="48463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3822191"/>
            <a:ext cx="4517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사용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4187952"/>
            <a:ext cx="451713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prompt table block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 후보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semantic_form / gold_sql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SQL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6. 주요 실행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789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현재 값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now_date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260421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출력 파일명 suffix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DIALECT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BigQuery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BigQuery 또는 PostgreSQL 지원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list_system_name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New GDMi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실행 대상 시스템 리스트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output_dir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question_260421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날짜별 출력 디렉토리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max_workers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05050"/>
                          </a:solidFill>
                          <a:latin typeface="Malgun Gothic"/>
                        </a:rPr>
                        <a:t>ThreadPoolExecutor 병렬 처리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4389120"/>
            <a:ext cx="10424160" cy="105156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4507992"/>
            <a:ext cx="100949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운영 주의사항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873752"/>
            <a:ext cx="1009497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Azure OpenAI rate limit 발생 시 max_workers를 3~5 수준으로 낮추는 것을 권장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시스템 수, regen_max_rounds, oversample_factor가 커질수록 LLM 호출량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97280"/>
            <a:ext cx="4937760" cy="201168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16152"/>
            <a:ext cx="4608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필수 환경변수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581912"/>
            <a:ext cx="4608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OPENAI_API_KEY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OPENAI_API_VERSION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DEPLOYMENT_NAME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AZURE_OPENAI_ENDPOINT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.env 파일에서 로드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493776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16152"/>
            <a:ext cx="4608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LLM 주요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81912"/>
            <a:ext cx="4608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AzureChatOpenAI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temperature = 0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top_p = 1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seed = 7777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streaming = 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1042416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76472"/>
            <a:ext cx="100949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운영 메모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142232"/>
            <a:ext cx="10094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temperature를 0으로 설정하여 재현성을 높임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단, LLM 기반 생성이므로 완전히 동일한 결과가 항상 보장되지는 않음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Rate limit 발생 시 병렬 처리 수와 생성 라운드 수를 줄여야 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8. Stage 0 / 0.5 - Prompt Block 생성 및 목적 기반 그룹핑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212080" cy="205740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216152"/>
            <a:ext cx="4882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Stage 0. 테이블별 Prompt Block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81912"/>
            <a:ext cx="48828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 df_to_prompt_tables_by_table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카탈로그 DataFrame을 테이블 단위 텍스트 블록으로 변환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테이블명, 테이블 목적 설명 포함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컬럼명, 컬럼 설명, 값 예시 포함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이후 LLM prompt의 핵심 입력으로 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21208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216152"/>
            <a:ext cx="4882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Stage 0.5. 목적 기반 그룹핑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581912"/>
            <a:ext cx="48828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build_table_purpose_summary_df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group_tables_by_purpose_similarity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build_complementary_table_groups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propose_join_candidate_sets_by_purpose_groups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1083564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776472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그룹핑 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42232"/>
            <a:ext cx="105064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전체 테이블을 한 번에 LLM에 넣지 않고 관련 테이블끼리 묶어 prompt 품질을 높임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유사 목적 그룹: sales, product, customer, supply, service, development, organization, code_master 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보완 관계 그룹: sales+product, service+customer, supply+organization 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9. Stage 1 / 1.5 - Join 후보 세트 및 ai_readable 힌트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46888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Stage 1. Join 후보 세트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 propose_join_candidate_sets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사용 prompt: MAKE_JOIN_CANDIDATES_PROMPT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LLM이 조인 가능성이 있는 테이블 세트 제안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보통 2~4개 테이블로 구성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join_key_candidates와 confidence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Join 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동일하거나 유사한 컬럼명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*_ID, *_NO, *_CD, CODE, KEY, SEQ 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값 예시 형태의 유사성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fact + dimension/master 조합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상태/코드/분류 해석 필요성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86200"/>
            <a:ext cx="10835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05072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Stage 1.5. ai_readable 힌트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370832"/>
            <a:ext cx="10506456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 build_ai_readable_hints_for_set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상태/플래그, 코드 매핑, 업무 용어, 혼동 가능 컬럼, JOIN enrichment 포인트 추출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Stage 2 질문 생성 시 ai_readable 효과가 드러나는 질문을 만들기 위한 힌트로 사용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10. Stage 2 - 질문 및 semantic_form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33172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make_nl2sql_questions_multi_table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generate_one_round_questions_with_gold_and_rewrite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사용 prompt: MAKE_MULTI_TABLE_QUESTIONS_PROMPT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자연어 질문과 semantic_form을 함께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33172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생성 원칙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최소 테이블 사용 원칙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단일 테이블로 답할 수 있으면 JOIN 금지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needed_tables와 [TABLES: ...] 접두어 일치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ai_readable-sensitive 질문 우선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값 예시에 실제 존재하는 필터 값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1083564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822191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대표 질문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87952"/>
            <a:ext cx="10506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status_interpretation, code_to_nl_mapping, business_term_mapping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ambiguous_column_resolution, ratio_definition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dimension_enrichment_join, join_group_analysis, join_filter_enrichment, join_topk_by_dimension, join_ratio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11. semantic_form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835640" cy="114300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216152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semantic_form의 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81912"/>
            <a:ext cx="10506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질문 의도를 구조화한 JSON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gold_sql 생성의 절대 기준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gold_sql 생성 prompt에서는 user_question보다 semantic_form을 우선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3000" y="2743200"/>
          <a:ext cx="9875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49377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구성 요소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조회할 컬럼 또는 집계식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group_by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그룹 기준 컬럼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filters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WHERE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order_by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정렬 기준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joins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05050"/>
                          </a:solidFill>
                          <a:latin typeface="Malgun Gothic"/>
                        </a:rPr>
                        <a:t>JOIN 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12. Stage 2 후처리 - 질문 품질 필터링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42316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주요 관련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normalize_question_schema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semantic_form_has_groupby_violation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has_unnecessary_join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needed_tables_mismatch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join_used_mismatch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is_trivial_question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is_ai_readable_insensitive_question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4231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제거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GROUP BY 위반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불필요한 JOIN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needed_tables 불일치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join_used 불일치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단순 count / 단순 목록 조회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ai_readable 민감도가 낮은 질문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placeholder 필터 값 포함 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86200"/>
            <a:ext cx="10835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05072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필터 값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370832"/>
            <a:ext cx="1050645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WHERE 조건 값은 반드시 tables_blob의 값 예시에 실제 존재하는 값을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금지 표현: 특정, 임의, 아무, 어떤, 예시, sample, unknown, YYYY, XXXX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현재 설정에서는 value_evidence를 필수로 요구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13. Stage 3 - Gold SQL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19456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generate_gold_sql_for_questions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generate_gold_sql_single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사용 prompt: MAKE_GOLD_SQL_PROMPT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semantic_form 기준으로 정답 SQL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주요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지정된 SQL dialect 문법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semantic_form에 있는 테이블/컬럼/필터/집계만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불확실하면 unanswerable 반환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GROUP BY 규칙 준수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나눗셈 안전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10835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776472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중요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42232"/>
            <a:ext cx="10506456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user_question은 참고만 하고 semantic_form을 절대 기준으로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자연어 날짜 표현이 있더라도 filters.value의 원본 값을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컬럼 참조에는 alias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테이블 prefix 규칙을 dialect별로 엄격히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14. SQL Dialect별 테이블명 규칙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306324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BigQuery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형식: `pjt-lge-edl-ob.OB_00006.TABLE_NAME`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backtick 필수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prefix 고정: pjt-lge-edl-ob.OB_00006.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테이블명은 대문자로 작성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검증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bigquery_sql_has_valid_prefix_and_upper_tables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306324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형식: `ic360prd.ic360_encrypt_l2.table_name`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3파트 backtick 형식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1파트: ic360prd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2파트: ic360_encrypt_l2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3파트: semantic_form의 테이블명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검증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postgres_sql_has_required_3part_backtick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17720"/>
            <a:ext cx="1083564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736592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V_L0 / V_LO 오타 보정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102352"/>
            <a:ext cx="10506456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LLM이 숫자 0을 알파벳 O로 잘못 쓰는 경우를 방지하기 위해 V_LO를 V_L0로 자동 치환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15. Stage 4 / 4.5 - 질문 리라이팅 및 코드값 자연어화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51460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Stage 4. 질문 리라이팅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extract_keywords_with_llm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rewrite_questions_softly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테이블 목적 키워드를 반영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업무 사용자가 묻는 자연스러운 문장으로 변경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[TABLES: ...] 접두어 제거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51460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Stage 4.5. 코드값 자연어화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 rewrite_questions_remove_codes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Y/N 값을 사용 중인, 비활성인 등으로 변환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COMPLETE를 완료된 등으로 변환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DB 내부 코드값 노출을 줄여 ai_readable 평가 효과 강화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108356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96511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최종 질문 선택 우선순위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62272"/>
            <a:ext cx="10506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1순위: user_question_final2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2순위: user_question_final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3순위: user_question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16. Stage 5 - SQL 검증 및 Repair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3429000" cy="260604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24712"/>
            <a:ext cx="30998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SQL 논리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490472"/>
            <a:ext cx="30998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validate_sql_with_catalog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validate_questions_list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LLM Validator가 O/X 판정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질문, semantic_form, catalog, SQL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05840"/>
            <a:ext cx="342900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124712"/>
            <a:ext cx="30998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SQL Repair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490472"/>
            <a:ext cx="30998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repair_gold_sql_with_reason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검증 결과 X인 경우 수행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validator_reason을 바탕으로 SQL 수정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repair_max_attempts 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005840"/>
            <a:ext cx="342900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124712"/>
            <a:ext cx="30998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Semantic Form Repair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490472"/>
            <a:ext cx="30998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repair_semantic_form_to_match_sql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SQL과 semantic_form 불일치 해소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수정 후 SQL 재생성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재검증 실패 시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69080"/>
            <a:ext cx="1083564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187952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검증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553712"/>
            <a:ext cx="10506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카탈로그에 없는 테이블/컬럼 사용, 잘못된 JOIN 조건, WHERE/GROUP BY/집계 불일치 등은 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DB prefix나 대소문자 차이는 논리 오류로 보지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17. 최종 질문 선별 로직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46888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선별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SQL 검증 결과 O인 질문만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gold_sql_status가 ok인 질문만 최종 후보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ai_readable 민감도 높은 질문 우선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 질문 최소 개수 확보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candidate set 다양성 고려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주요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ai_readable_sensitivity_score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select_questions_with_soft_join_quota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select_questions_with_hard_min_join_quota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count_join_questions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count_distinct_source_sets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1083564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96511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현재 목표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62272"/>
            <a:ext cx="10506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n_candidate_sets = 10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questions_per_set = 2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total_target_questions = 10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최종 질문 중 최소 3개까지 JOIN 질문 확보 시도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18. Orchestrator - 전체 생성 함수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835640" cy="114300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메인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10506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generate_nl2sql_evalset_with_joins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질문/정답셋 생성의 전체 흐름을 관리하는 중심 함수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514600"/>
          <a:ext cx="104698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/>
                <a:gridCol w="523494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algun Gothic"/>
                        </a:rPr>
                        <a:t>주요 파라미터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sample_df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특정 시스템에 해당하는 카탈로그 DataFrame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llm_model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Azure OpenAI LLM client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n_candidate_sets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생성할 join candidate set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questions_per_set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candidate set별 목표 질문 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join_question_ratio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JOIN 질문 비율 참고값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dialect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BigQuery 또는 PostgreSQL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regen_max_rounds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목표 질문 수 확보를 위한 재생성 라운드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stage2_oversample_factor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필터링 탈락을 고려한 oversampling 비율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total_target_questions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505050"/>
                          </a:solidFill>
                          <a:latin typeface="Malgun Gothic"/>
                        </a:rPr>
                        <a:t>시스템별 최종 목표 질문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19. 시스템별 실행 및 전체 파일 병합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83464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run_one_system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하나의 시스템명에 대해 질문/정답셋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개인정보 컬럼 제외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DATASET_NAME 기준 시스템 필터링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thread별 LLM client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generate_nl2sql_evalset_with_joins 호출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QA pair 추출 후 시스템별 Excel 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83464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병렬 실행 및 병합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ThreadPoolExecutor로 시스템별 병렬 처리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완료 순서대로 결과 meta 수집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question_{date}_{system}.xlsx 파일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output_dir 내 시스템별 파일을 모두 읽어 concat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question_total_{date}.xlsx로 전체 통합 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51960"/>
            <a:ext cx="1083564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370832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저장 파일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736592"/>
            <a:ext cx="1050645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시스템별: question_260421_New GDMi(전사수요관리시스템).xlsx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전체 통합: question_total_260421.xlsx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20. 실행 로그에서 확인할 주요 메시지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algun Gothic"/>
                        </a:rPr>
                        <a:t>로그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[PURPOSE-GROUP]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목적 기반 테이블 그룹 생성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[SET]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candidate set별 질문 생성 라운드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[SEMANTIC-FILTER]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semantic_form 구조 또는 품질 문제로 제거된 질문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[FILTER-DEBUG]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필터 값 검증 결과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[SQL-VALIDATE]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SQL 검증 O/X 결과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[SYSTEM-CHECK]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시스템 전체 pool, JOIN 수, distinct set 수 확인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[SYSTEM] 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목표 조건을 만족하여 생성 종료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[DONE]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505050"/>
                          </a:solidFill>
                          <a:latin typeface="Malgun Gothic"/>
                        </a:rPr>
                        <a:t>시스템별 Excel 저장 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21. 에러 발생 시 확인 포인트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3657600" cy="210312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170431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Azure OpenAI 환경변수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536192"/>
            <a:ext cx="33284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OPENAI_API_KEY 확인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OPENAI_API_VERSION 확인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DEPLOYMENT_NAME 확인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AZURE_OPENAI_ENDPOINT 확인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.env 파일 위치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051560"/>
            <a:ext cx="365760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170431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JSON Parsing 오류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536192"/>
            <a:ext cx="33284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LLM 응답이 JSON 외 설명을 포함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응답 중간 잘림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코드펜스 형식 깨짐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관련 함수: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_strip_code_fences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_extract_first_json_object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051560"/>
            <a:ext cx="33375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1170431"/>
            <a:ext cx="3008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Rate limit / Timeout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536192"/>
            <a:ext cx="30083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max_workers가 너무 큼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LLM 호출량 과다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regen_max_rounds 과다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oversample_factor 과다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권장: max_workers 3~5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11880"/>
            <a:ext cx="365760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730752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질문이 적게 생성됨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096512"/>
            <a:ext cx="33284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필터링 조건이 강함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value_evidence 누락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SQL validator X 과다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repair 실패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candidate set 품질 낮음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611880"/>
            <a:ext cx="365760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3730752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JOIN 질문 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4096512"/>
            <a:ext cx="33284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 candidate confidence 낮음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불필요한 JOIN 필터에서 제거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 SQL validator 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join_question_ratio 조정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n_candidate_sets 증가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611880"/>
            <a:ext cx="333756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3730752"/>
            <a:ext cx="3008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gold_sql unanswerable 과다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4096512"/>
            <a:ext cx="3008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semantic_form 불완전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없는 컬럼 사용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placeholder 값 포함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필터 값 예시 불일치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dialect 규칙 혼동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22. 주요 파라미터 튜닝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1018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algun Gothic"/>
                        </a:rPr>
                        <a:t>목표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algun Gothic"/>
                        </a:rPr>
                        <a:t>수정 파라미터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algun Gothic"/>
                        </a:rPr>
                        <a:t>권장 방향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최종 질문 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total_target_questions, n_candidate_sets, questions_per_set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목표 수만 늘리지 말고 후보 set과 set별 질문 수도 함께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품질 우선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stage2_oversample_factor, regen_max_rounds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oversampling과 재생성 라운드를 늘리고 validation/repair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실행 시간 단축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n_candidate_sets, regen_max_rounds, stage2_oversample_factor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후보 수와 반복 횟수를 줄임. 단, 품질 저하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ai_readable 효과 강화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generation_mode, rewrite_questions_remove_codes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ai_readable_sensitive 유지, 코드값 자연어화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JOIN 질문 비중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join_question_ratio, final_min_join_required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join_question_ratio만 올리기보다 candidate set 수와 oversampling도 함께 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SQL 품질 엄격 관리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enable_sql_validation, enable_repair, enable_semantic_repair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505050"/>
                          </a:solidFill>
                          <a:latin typeface="Malgun Gothic"/>
                        </a:rPr>
                        <a:t>검증과 repair를 유지하고 실패 케이스를 샘플링 검수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23. 현재 주요 파라미터와 운영 권장값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46888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현재 run_one_system 주요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n_candidate_sets = 10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questions_per_set = 2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total_target_questions = 10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join_question_ratio = 50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dialect = BigQuery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execute_sql = False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enable_value_filtering = 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재생성 / 리라이팅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regen_if_insufficient = True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regen_max_rounds = 8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stage2_oversample_factor = 5.0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enable_question_rewrite = True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enable_repair = True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repair_max_attempts 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1083564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96511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운영 권장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62272"/>
            <a:ext cx="10506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시스템 수가 많아질 경우 max_workers를 3~5로 낮춰 rate limit을 방지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품질이 부족하면 oversample_factor와 regen_max_rounds를 늘리고, 시간이 오래 걸리면 반대로 줄임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24. 코드 실행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097280"/>
            <a:ext cx="3108960" cy="594360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1. .env 파일 준비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108960" cy="594360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2. 입력 카탈로그 경로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4640"/>
            <a:ext cx="3108960" cy="594360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3. 실행 대상 시스템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03320"/>
            <a:ext cx="3108960" cy="594360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4. SQL dialect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72000"/>
            <a:ext cx="3108960" cy="594360"/>
          </a:xfrm>
          <a:prstGeom prst="roundRect">
            <a:avLst/>
          </a:prstGeom>
          <a:solidFill>
            <a:srgbClr val="E1EEFF"/>
          </a:solidFill>
          <a:ln>
            <a:solidFill>
              <a:srgbClr val="AA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42D55"/>
                </a:solidFill>
                <a:latin typeface="Malgun Gothic"/>
              </a:rPr>
              <a:t>5. 코드 실행 및 결과 확인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21992" y="171907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2221992" y="258775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2221992" y="345643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2221992" y="4325112"/>
            <a:ext cx="228600" cy="228600"/>
          </a:xfrm>
          <a:prstGeom prst="downArrow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097280"/>
            <a:ext cx="6766560" cy="114300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216152"/>
            <a:ext cx="6437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.env 필수 항목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581912"/>
            <a:ext cx="6437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OPENAI_API_KEY, OPENAI_API_VERSION, DEPLOYMENT_NAME, AZURE_OPENAI_ENDPOINT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560320"/>
            <a:ext cx="67665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679191"/>
            <a:ext cx="6437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입력 파일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044952"/>
            <a:ext cx="6437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/data001/bonsang.koo/2026/ai_readable/eap/edl_ai_readable_gemini_20260414_llm_tb_desc_final_l1_l2_tbdesc.xlsx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023360"/>
            <a:ext cx="67665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4142232"/>
            <a:ext cx="6437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결과 파일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507992"/>
            <a:ext cx="6437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question_260421_New GDMi(전사수요관리시스템).xlsx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question_total_260421.xlsx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25. 유지보수 시 자주 수정하는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43000"/>
          <a:ext cx="105613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Malgun Gothic"/>
                        </a:rPr>
                        <a:t>수정 목적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Malgun Gothic"/>
                        </a:rPr>
                        <a:t>수정 위치 / 파라미터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실행 대상 시스템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list_system_name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출력 날짜 변경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now_date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SQL dialect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DIALECT = normalize_dialect(...)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시스템별 질문 수 변경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n_candidate_sets, questions_per_set, total_target_questions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병렬 처리 수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max_workers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JOIN 질문 비율 변경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join_question_ratio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재생성 라운드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regen_max_rounds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oversampling 비율 변경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stage2_oversample_factor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입력 카탈로그 파일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pd.read_excel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출력 컬럼 추가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505050"/>
                          </a:solidFill>
                          <a:latin typeface="Malgun Gothic"/>
                        </a:rPr>
                        <a:t>extract_qa_pairs_from_result, extract_qa_df_from_result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D55"/>
                </a:solidFill>
                <a:latin typeface="Malgun Gothic"/>
              </a:rPr>
              <a:t>26. 최종 산출물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743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257800" cy="2286000"/>
          </a:xfrm>
          <a:prstGeom prst="roundRect">
            <a:avLst/>
          </a:prstGeom>
          <a:solidFill>
            <a:srgbClr val="E1EE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시스템별 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49286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파일명: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question_{now_date}_{system_name}.xlsx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예시: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question_260421_New GDMi(전사수요관리시스템).xlsx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70431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전체 통합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9286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파일명: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question_total_{now_date}.xlsx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예시: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question_total_260421.xlsx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10835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822191"/>
            <a:ext cx="10506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Malgun Gothic"/>
              </a:rPr>
              <a:t>저장 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87952"/>
            <a:ext cx="10506456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/data001/bonsang.koo/2026/ai_readable/eap/question_{now_date}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현재 기준: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05050"/>
                </a:solidFill>
                <a:latin typeface="Malgun Gothic"/>
              </a:rPr>
              <a:t>/data001/bonsang.koo/2026/ai_readable/eap/question_260421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마무리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이 코드는 EDL 카탈로그를 기반으로 NL2SQL 평가용 질문과 정답 SQL을 자동 생성합니다.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핵심은 semantic_form을 기준으로 gold_sql을 생성하고, LLM 검증/repair를 통해 품질을 보정하는 것입니다.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운영 시에는 입력 카탈로그, 실행 대상 시스템, dialect, LLM rate limit, 최종 질문 수를 주로 확인하면 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DCEBFF"/>
                </a:solidFill>
                <a:latin typeface="Malgun Gothic"/>
              </a:rPr>
              <a:t>최종 파일: 시스템별 Excel + question_total_{now_date}.xlsx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828282"/>
                </a:solidFill>
                <a:latin typeface="Malgun Gothic"/>
              </a:rPr>
              <a:t>NL2SQL 성능 측정용 질문/정답셋 생성 코드 인수인계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828282"/>
                </a:solidFill>
                <a:latin typeface="Malgun Gothic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
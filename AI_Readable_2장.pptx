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AI Readable 데이터 명세 작성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F6978"/>
                </a:solidFill>
                <a:latin typeface="Malgun Gothic"/>
              </a:rPr>
              <a:t>EAP 메타데이터와 BigQuery 샘플 데이터를 활용해 사람이 이해하기 쉬운 데이터 명세를 자동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91440" cy="182880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Malgun Gothic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기존 컬럼/테이블 설명이 null인 영역 보완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데이터 카탈로그에서 사용자가 이해 가능한 설명 제공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컬럼 설명, 샘플 의미, 테이블 설명을 자동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91440" cy="182880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647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Malgun Gothic"/>
              </a:rPr>
              <a:t>주요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EAP 메타데이터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BigQuery 실데이터 샘플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컬럼명/컬럼주석/데이터타입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업무 도메인/테이블 논리명/업무 설명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0020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600200"/>
            <a:ext cx="91440" cy="1828800"/>
          </a:xfrm>
          <a:prstGeom prst="rect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647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Malgun Gothic"/>
              </a:rPr>
              <a:t>반영 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기존 설명이 있는 경우 유지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기존 설명이 null인 경우만 AI 결과 반영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5F6978"/>
                </a:solidFill>
                <a:latin typeface="Malgun Gothic"/>
              </a:rPr>
              <a:t>Attribute 컬럼과 L0_NEDW는 추후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처리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590288"/>
            <a:ext cx="411480" cy="411480"/>
          </a:xfrm>
          <a:prstGeom prst="ellipse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5994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92A46"/>
                </a:solidFill>
                <a:latin typeface="Malgun Gothic"/>
              </a:rPr>
              <a:t>메타데이터 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4645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73F5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43434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08960" y="4590288"/>
            <a:ext cx="411480" cy="411480"/>
          </a:xfrm>
          <a:prstGeom prst="ellipse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66344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45994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92A46"/>
                </a:solidFill>
                <a:latin typeface="Malgun Gothic"/>
              </a:rPr>
              <a:t>SAMPLE_DATA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912" y="4645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73F5"/>
                </a:solidFill>
                <a:latin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43434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49240" y="4590288"/>
            <a:ext cx="411480" cy="411480"/>
          </a:xfrm>
          <a:prstGeom prst="ellipse">
            <a:avLst/>
          </a:prstGeom>
          <a:solidFill>
            <a:srgbClr val="82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466344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3872" y="45994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92A46"/>
                </a:solidFill>
                <a:latin typeface="Malgun Gothic"/>
              </a:rPr>
              <a:t>LLM_COL 생성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4645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73F5"/>
                </a:solidFill>
                <a:latin typeface="Malgun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43434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89520" y="4590288"/>
            <a:ext cx="411480" cy="411480"/>
          </a:xfrm>
          <a:prstGeom prst="ellipse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466344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45994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92A46"/>
                </a:solidFill>
                <a:latin typeface="Malgun Gothic"/>
              </a:rPr>
              <a:t>LLM_SMP 생성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4645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73F5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434340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29800" y="4590288"/>
            <a:ext cx="411480" cy="411480"/>
          </a:xfrm>
          <a:prstGeom prst="ellipse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466344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4432" y="45994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92A46"/>
                </a:solidFill>
                <a:latin typeface="Malgun Gothic"/>
              </a:rPr>
              <a:t>LLM_TB_DESC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F6978"/>
                </a:solidFill>
                <a:latin typeface="Malgun Gothic"/>
              </a:rPr>
              <a:t>현재 최종 데이터: /home/appadm/ai_readable/data/edl_ai_readable_gemini_20260527.parquet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AI Readable 생성 컬럼 및 작성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F6978"/>
                </a:solidFill>
                <a:latin typeface="Malgun Gothic"/>
              </a:rPr>
              <a:t>각 생성 컬럼은 BigQuery 조회, rule-based 처리, LLM 프롬프트를 조합하여 작성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083563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74519"/>
                <a:gridCol w="7635240"/>
              </a:tblGrid>
              <a:tr h="627017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생성 컬럼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데이터 명세상 의미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작성 방식 요약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627017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SAMPLE_DATA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컬럼별 대표 샘플값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BigQuery View에서 실제 데이터를 조회하여 빈도 기준 상위 20개 값을 추출. 테이블/컬럼 미존재, 데이터 없음, timeout 등은 tablenotfound, colnotfound, nodata, querytimeout으로 기록.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LLM_COL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컬럼 설명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컬럼명, 기존 컬럼 주석, SAMPLE_DATA, 표준용어 사전, 동일 컬럼 설명 빈도 정보를 LLM에 입력하여 사람이 읽기 쉬운 한국어 컬럼 설명 생성. 추론 불가 시 빈 문자열 처리.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LLM_SMP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샘플 데이터 의미/형태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개인정보 컬럼은 제외. *_CD/*_CODE와 *_NM/*_NAME 쌍은 enum 매핑을 우선 생성. 그 외는 LLM이 STRING, INTEGER, DECIMAL, 날짜 포맷 등을 판별 후 자연어로 후처리.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LLM_PSNL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개인정보 여부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컬럼명, 컬럼 설명, 샘플값을 기준으로 개인정보 포함 여부를 Y/N으로 판단. Y로 판단되면 후속 LLM_SMP 생성에서 샘플 의미 설명을 비워 민감정보 노출을 방지.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27017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LLM_TB_DESC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테이블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BIZ_KOR_DESC, LLM_COL, LLM_SMP를 종합하여 테이블의 정의 및 목적, 핵심 정보 요약, 데이터 품질/주의사항, 활용 예시를 정형 포맷으로 생성.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오류/보완 메모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880" b="0">
                          <a:solidFill>
                            <a:srgbClr val="1E232D"/>
                          </a:solidFill>
                          <a:latin typeface="Malgun Gothic"/>
                        </a:rPr>
                        <a:t>LLM 응답 누락, JSON 형식 오류, BigQuery 조회 실패 등 처리 중 발생한 이슈를 누적 기록.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6080760"/>
            <a:ext cx="109728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080760"/>
            <a:ext cx="91440" cy="41148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4535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  <a:latin typeface="Malgun Gothic"/>
              </a:rPr>
              <a:t>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675120"/>
            <a:ext cx="10561320" cy="-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F6978"/>
                </a:solidFill>
                <a:latin typeface="Malgun Gothic"/>
              </a:rPr>
              <a:t>AI Readable은 기존 메타데이터의 null 설명 영역을 중심으로, 실데이터 샘플과 LLM을 활용해 데이터 카탈로그용 명세를 자동 보완하는 파이프라인입니다.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